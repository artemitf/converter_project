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61" r:id="rId3"/>
    <p:sldId id="262" r:id="rId4"/>
    <p:sldId id="263" r:id="rId5"/>
    <p:sldId id="264" r:id="rId6"/>
    <p:sldId id="257" r:id="rId7"/>
    <p:sldId id="258" r:id="rId8"/>
    <p:sldId id="259" r:id="rId9"/>
    <p:sldId id="260" r:id="rId10"/>
  </p:sldIdLst>
  <p:sldSz cx="12192000" cy="6858000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84" d="100"/>
          <a:sy n="84" d="100"/>
        </p:scale>
        <p:origin x="629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/>
              <a:t>Образец подзаголовка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31032B-23C6-44AF-A1C1-1770ED3E0F71}" type="datetimeFigureOut">
              <a:rPr lang="ru-RU" smtClean="0"/>
              <a:t>25.09.2026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203281-DFE5-44AD-A5FB-77E1EB27D568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08651732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31032B-23C6-44AF-A1C1-1770ED3E0F71}" type="datetimeFigureOut">
              <a:rPr lang="ru-RU" smtClean="0"/>
              <a:t>25.09.2026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203281-DFE5-44AD-A5FB-77E1EB27D568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87256130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31032B-23C6-44AF-A1C1-1770ED3E0F71}" type="datetimeFigureOut">
              <a:rPr lang="ru-RU" smtClean="0"/>
              <a:t>25.09.2026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203281-DFE5-44AD-A5FB-77E1EB27D568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3979927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Объект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31032B-23C6-44AF-A1C1-1770ED3E0F71}" type="datetimeFigureOut">
              <a:rPr lang="ru-RU" smtClean="0"/>
              <a:t>25.09.2026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203281-DFE5-44AD-A5FB-77E1EB27D568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51005318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Объект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Текст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Объект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7" name="Дата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31032B-23C6-44AF-A1C1-1770ED3E0F71}" type="datetimeFigureOut">
              <a:rPr lang="ru-RU" smtClean="0"/>
              <a:t>25.09.2026</a:t>
            </a:fld>
            <a:endParaRPr lang="ru-RU"/>
          </a:p>
        </p:txBody>
      </p:sp>
      <p:sp>
        <p:nvSpPr>
          <p:cNvPr id="8" name="Нижний колонтитул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Номер слайда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203281-DFE5-44AD-A5FB-77E1EB27D568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1162611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Дата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31032B-23C6-44AF-A1C1-1770ED3E0F71}" type="datetimeFigureOut">
              <a:rPr lang="ru-RU" smtClean="0"/>
              <a:t>25.09.2026</a:t>
            </a:fld>
            <a:endParaRPr lang="ru-RU"/>
          </a:p>
        </p:txBody>
      </p:sp>
      <p:sp>
        <p:nvSpPr>
          <p:cNvPr id="4" name="Нижний колонтитул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Номер слайда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203281-DFE5-44AD-A5FB-77E1EB27D568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14031264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31032B-23C6-44AF-A1C1-1770ED3E0F71}" type="datetimeFigureOut">
              <a:rPr lang="ru-RU" smtClean="0"/>
              <a:t>25.09.2026</a:t>
            </a:fld>
            <a:endParaRPr lang="ru-RU"/>
          </a:p>
        </p:txBody>
      </p:sp>
      <p:sp>
        <p:nvSpPr>
          <p:cNvPr id="3" name="Нижний колонтитул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203281-DFE5-44AD-A5FB-77E1EB27D568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17005260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31032B-23C6-44AF-A1C1-1770ED3E0F71}" type="datetimeFigureOut">
              <a:rPr lang="ru-RU" smtClean="0"/>
              <a:t>25.09.2026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203281-DFE5-44AD-A5FB-77E1EB27D568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28149329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Рисунок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31032B-23C6-44AF-A1C1-1770ED3E0F71}" type="datetimeFigureOut">
              <a:rPr lang="ru-RU" smtClean="0"/>
              <a:t>25.09.2026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203281-DFE5-44AD-A5FB-77E1EB27D568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97308367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31032B-23C6-44AF-A1C1-1770ED3E0F71}" type="datetimeFigureOut">
              <a:rPr lang="ru-RU" smtClean="0"/>
              <a:t>25.09.2026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203281-DFE5-44AD-A5FB-77E1EB27D568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038836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31032B-23C6-44AF-A1C1-1770ED3E0F71}" type="datetimeFigureOut">
              <a:rPr lang="ru-RU" smtClean="0"/>
              <a:t>25.09.2026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203281-DFE5-44AD-A5FB-77E1EB27D568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67153967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231032B-23C6-44AF-A1C1-1770ED3E0F71}" type="datetimeFigureOut">
              <a:rPr lang="ru-RU" smtClean="0"/>
              <a:t>25.09.2026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1203281-DFE5-44AD-A5FB-77E1EB27D568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17282734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jpe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eg"/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9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>
          <a:xfrm>
            <a:off x="1477818" y="1787381"/>
            <a:ext cx="9144000" cy="2387600"/>
          </a:xfrm>
        </p:spPr>
        <p:txBody>
          <a:bodyPr>
            <a:normAutofit fontScale="90000"/>
          </a:bodyPr>
          <a:lstStyle/>
          <a:p>
            <a:r>
              <a:rPr lang="ru-RU" dirty="0"/>
              <a:t>Проект:</a:t>
            </a:r>
            <a:br>
              <a:rPr lang="ru-RU" dirty="0"/>
            </a:br>
            <a:r>
              <a:rPr lang="ru-RU" dirty="0" err="1"/>
              <a:t>Телеграм</a:t>
            </a:r>
            <a:r>
              <a:rPr lang="ru-RU" dirty="0"/>
              <a:t> бот </a:t>
            </a:r>
            <a:br>
              <a:rPr lang="ru-RU" dirty="0"/>
            </a:br>
            <a:r>
              <a:rPr lang="ru-RU" dirty="0"/>
              <a:t>«Конвертер валют»</a:t>
            </a:r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>
          <a:xfrm>
            <a:off x="7121236" y="4996729"/>
            <a:ext cx="3943927" cy="609744"/>
          </a:xfrm>
        </p:spPr>
        <p:txBody>
          <a:bodyPr/>
          <a:lstStyle/>
          <a:p>
            <a:r>
              <a:rPr lang="ru-RU" dirty="0"/>
              <a:t>Выполнил: </a:t>
            </a:r>
            <a:r>
              <a:rPr lang="ru-RU" dirty="0" err="1"/>
              <a:t>ПархомчукАртем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412413656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F36DC93C-9287-A2FB-9258-15D893FFFB7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Проблема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F4603569-80B3-F72C-D899-D7B9B00900D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ru-RU" dirty="0"/>
              <a:t>При работе с иностранными валютами пользователи сталкиваются с несколькими неудобствами:</a:t>
            </a:r>
          </a:p>
          <a:p>
            <a:pPr marL="0" indent="0">
              <a:buNone/>
            </a:pPr>
            <a:endParaRPr lang="ru-RU" dirty="0"/>
          </a:p>
          <a:p>
            <a:pPr>
              <a:buFont typeface="Arial" panose="020B0604020202020204" pitchFamily="34" charset="0"/>
              <a:buChar char="•"/>
            </a:pPr>
            <a:r>
              <a:rPr lang="ru-RU" b="1" dirty="0"/>
              <a:t>Ручные расчеты:</a:t>
            </a:r>
            <a:r>
              <a:rPr lang="ru-RU" dirty="0"/>
              <a:t> высокий риск ошибок и затраты времени при регулярном пересчете сумм.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ru-RU" b="1" dirty="0"/>
              <a:t>Зависимость от браузера/интерфейсов:</a:t>
            </a:r>
            <a:r>
              <a:rPr lang="ru-RU" dirty="0"/>
              <a:t> необходимость каждый раз искать сторонние сайты-конвертеры.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ru-RU" b="1" dirty="0"/>
              <a:t>Отсутствие истории:</a:t>
            </a:r>
            <a:r>
              <a:rPr lang="ru-RU" dirty="0"/>
              <a:t> трудно отслеживать ранее выполненные расчеты и динамику операций.</a:t>
            </a:r>
          </a:p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16172756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B740F060-5F2E-D8B6-5E57-81F7E4FF13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Цель проекта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51548EED-FDF9-D81F-46AC-B65E46723EC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ru-RU" dirty="0"/>
              <a:t>Автоматизация процесса конвертации валют и получения актуальных котировок в реальном времени.</a:t>
            </a:r>
          </a:p>
          <a:p>
            <a:pPr marL="0" indent="0">
              <a:buNone/>
            </a:pPr>
            <a:endParaRPr lang="ru-RU" dirty="0"/>
          </a:p>
          <a:p>
            <a:pPr marL="0" indent="0">
              <a:buNone/>
            </a:pPr>
            <a:r>
              <a:rPr lang="ru-RU" b="1" dirty="0"/>
              <a:t>Задачи:</a:t>
            </a:r>
            <a:endParaRPr lang="ru-RU" dirty="0"/>
          </a:p>
          <a:p>
            <a:pPr>
              <a:buFont typeface="Arial" panose="020B0604020202020204" pitchFamily="34" charset="0"/>
              <a:buChar char="•"/>
            </a:pPr>
            <a:r>
              <a:rPr lang="ru-RU" dirty="0"/>
              <a:t>Организовать получение свежих данных о курсах через внешний API.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ru-RU" dirty="0"/>
              <a:t>Реализовать бизнес-логику точного пересчета сумм между валютами.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ru-RU" dirty="0"/>
              <a:t>Обеспечить обработку ошибок.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ru-RU" dirty="0"/>
              <a:t>Сохранять историю операций и другие данные пользователя.</a:t>
            </a:r>
          </a:p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35027315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1">
            <a:extLst>
              <a:ext uri="{FF2B5EF4-FFF2-40B4-BE49-F238E27FC236}">
                <a16:creationId xmlns:a16="http://schemas.microsoft.com/office/drawing/2014/main" id="{874CA7DE-B249-E465-2080-13CBC9CEFFF7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815993" y="1765326"/>
            <a:ext cx="10268774" cy="310854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ru-RU" altLang="ru-RU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Тип приложения:</a:t>
            </a:r>
            <a:r>
              <a:rPr kumimoji="0" lang="ru-RU" altLang="ru-RU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Консольное / Desktop-приложение </a:t>
            </a:r>
            <a:endParaRPr kumimoji="0" lang="en-US" altLang="ru-RU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lang="en-US" altLang="ru-RU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ru-RU" altLang="ru-RU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Стек и инструменты:</a:t>
            </a:r>
            <a:endParaRPr kumimoji="0" lang="ru-RU" altLang="ru-RU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ru-RU" altLang="ru-RU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Язык разработки:</a:t>
            </a:r>
            <a:r>
              <a:rPr kumimoji="0" lang="ru-RU" altLang="ru-RU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Python 3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ru-RU" altLang="ru-RU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Сетевое взаимодействие:</a:t>
            </a:r>
            <a:r>
              <a:rPr kumimoji="0" lang="ru-RU" altLang="ru-RU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Библиотека </a:t>
            </a:r>
            <a:r>
              <a:rPr kumimoji="0" lang="ru-RU" altLang="ru-RU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requests</a:t>
            </a:r>
            <a:r>
              <a:rPr kumimoji="0" lang="ru-RU" altLang="ru-RU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endParaRPr kumimoji="0" lang="en-US" altLang="ru-RU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ru-RU" altLang="ru-RU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Формат данных:</a:t>
            </a:r>
            <a:r>
              <a:rPr kumimoji="0" lang="ru-RU" altLang="ru-RU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JSON (структурирование и хранение)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ru-RU" altLang="ru-RU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Среда разработки (IDE):</a:t>
            </a:r>
            <a:r>
              <a:rPr kumimoji="0" lang="ru-RU" altLang="ru-RU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VS Code</a:t>
            </a:r>
            <a:endParaRPr kumimoji="0" lang="ru-RU" altLang="ru-RU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2596266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1731A62F-703F-B59F-387E-DAEE6ADD59D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Процесс разработки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B19E2F61-FFBA-85BA-092D-DFC397CFECEA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724738" y="2090172"/>
            <a:ext cx="10629062" cy="267765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ru-RU" altLang="ru-RU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Проект реализован поэтапно с фиксацией </a:t>
            </a:r>
            <a:r>
              <a:rPr lang="ru-RU" alt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шагов </a:t>
            </a:r>
            <a:r>
              <a:rPr kumimoji="0" lang="ru-RU" altLang="ru-RU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в </a:t>
            </a:r>
            <a:r>
              <a:rPr kumimoji="0" lang="ru-RU" altLang="ru-RU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Git</a:t>
            </a:r>
            <a:r>
              <a:rPr kumimoji="0" lang="ru-RU" altLang="ru-RU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ru-RU" altLang="ru-RU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Оформлена документация проекта (README.md).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endParaRPr kumimoji="0" lang="ru-RU" altLang="ru-RU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ru-RU" altLang="ru-RU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Репозиторий проекта:</a:t>
            </a:r>
            <a:r>
              <a:rPr kumimoji="0" lang="ru-RU" altLang="ru-RU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[github.com/</a:t>
            </a:r>
            <a:r>
              <a:rPr kumimoji="0" lang="ru-RU" altLang="ru-RU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Artemitf</a:t>
            </a:r>
            <a:r>
              <a:rPr kumimoji="0" lang="ru-RU" altLang="ru-RU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/</a:t>
            </a:r>
            <a:r>
              <a:rPr kumimoji="0" lang="ru-RU" altLang="ru-RU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Converter_Project</a:t>
            </a:r>
            <a:r>
              <a:rPr kumimoji="0" lang="ru-RU" altLang="ru-RU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](https://github.com/Artemitf/Converter_Project)</a:t>
            </a:r>
          </a:p>
        </p:txBody>
      </p:sp>
    </p:spTree>
    <p:extLst>
      <p:ext uri="{BB962C8B-B14F-4D97-AF65-F5344CB8AC3E}">
        <p14:creationId xmlns:p14="http://schemas.microsoft.com/office/powerpoint/2010/main" val="428528893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Структура</a:t>
            </a:r>
          </a:p>
        </p:txBody>
      </p:sp>
      <p:pic>
        <p:nvPicPr>
          <p:cNvPr id="6" name="Рисунок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91794" y="1259369"/>
            <a:ext cx="3808411" cy="49760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450024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Кнопки                        Конвертирование</a:t>
            </a:r>
          </a:p>
        </p:txBody>
      </p:sp>
      <p:pic>
        <p:nvPicPr>
          <p:cNvPr id="4" name="Рисунок 3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8200" y="1394692"/>
            <a:ext cx="2358736" cy="5241636"/>
          </a:xfrm>
          <a:prstGeom prst="rect">
            <a:avLst/>
          </a:prstGeom>
        </p:spPr>
      </p:pic>
      <p:pic>
        <p:nvPicPr>
          <p:cNvPr id="5" name="Рисунок 4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52950" y="1394692"/>
            <a:ext cx="2358737" cy="5241636"/>
          </a:xfrm>
          <a:prstGeom prst="rect">
            <a:avLst/>
          </a:prstGeom>
        </p:spPr>
      </p:pic>
      <p:pic>
        <p:nvPicPr>
          <p:cNvPr id="6" name="Рисунок 5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67701" y="1394692"/>
            <a:ext cx="2358737" cy="52416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986694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                                Избранное</a:t>
            </a:r>
          </a:p>
        </p:txBody>
      </p:sp>
      <p:pic>
        <p:nvPicPr>
          <p:cNvPr id="4" name="Рисунок 3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77967" y="1440872"/>
            <a:ext cx="2308779" cy="5130620"/>
          </a:xfrm>
          <a:prstGeom prst="rect">
            <a:avLst/>
          </a:prstGeom>
        </p:spPr>
      </p:pic>
      <p:pic>
        <p:nvPicPr>
          <p:cNvPr id="5" name="Рисунок 4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015883" y="1440872"/>
            <a:ext cx="2308779" cy="51306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8793824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Уведомления</a:t>
            </a:r>
          </a:p>
        </p:txBody>
      </p:sp>
      <p:pic>
        <p:nvPicPr>
          <p:cNvPr id="4" name="Рисунок 3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24569" y="1618659"/>
            <a:ext cx="2178383" cy="4840851"/>
          </a:xfrm>
          <a:prstGeom prst="rect">
            <a:avLst/>
          </a:prstGeom>
        </p:spPr>
      </p:pic>
      <p:pic>
        <p:nvPicPr>
          <p:cNvPr id="6" name="Рисунок 5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05553" y="1624217"/>
            <a:ext cx="2182091" cy="4849091"/>
          </a:xfrm>
          <a:prstGeom prst="rect">
            <a:avLst/>
          </a:prstGeom>
        </p:spPr>
      </p:pic>
      <p:pic>
        <p:nvPicPr>
          <p:cNvPr id="7" name="Рисунок 6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80134" y="1618659"/>
            <a:ext cx="2180884" cy="48464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06700181"/>
      </p:ext>
    </p:extLst>
  </p:cSld>
  <p:clrMapOvr>
    <a:masterClrMapping/>
  </p:clrMapOvr>
</p:sld>
</file>

<file path=ppt/theme/theme1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70</TotalTime>
  <Words>197</Words>
  <Application>Microsoft Office PowerPoint</Application>
  <PresentationFormat>Широкоэкранный</PresentationFormat>
  <Paragraphs>32</Paragraphs>
  <Slides>9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4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9</vt:i4>
      </vt:variant>
    </vt:vector>
  </HeadingPairs>
  <TitlesOfParts>
    <vt:vector size="14" baseType="lpstr">
      <vt:lpstr>Arial</vt:lpstr>
      <vt:lpstr>Calibri</vt:lpstr>
      <vt:lpstr>Calibri Light</vt:lpstr>
      <vt:lpstr>Times New Roman</vt:lpstr>
      <vt:lpstr>Тема Office</vt:lpstr>
      <vt:lpstr>Проект: Телеграм бот  «Конвертер валют»</vt:lpstr>
      <vt:lpstr>Проблема</vt:lpstr>
      <vt:lpstr>Цель проекта</vt:lpstr>
      <vt:lpstr>Презентация PowerPoint</vt:lpstr>
      <vt:lpstr>Процесс разработки</vt:lpstr>
      <vt:lpstr>Структура</vt:lpstr>
      <vt:lpstr>Кнопки                        Конвертирование</vt:lpstr>
      <vt:lpstr>                                Избранное</vt:lpstr>
      <vt:lpstr>Уведомления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Проект: Телеграм бот  «Конвертер валют»</dc:title>
  <dc:creator>I</dc:creator>
  <cp:lastModifiedBy>Artem</cp:lastModifiedBy>
  <cp:revision>5</cp:revision>
  <dcterms:created xsi:type="dcterms:W3CDTF">2026-09-24T16:53:31Z</dcterms:created>
  <dcterms:modified xsi:type="dcterms:W3CDTF">2026-09-25T08:27:06Z</dcterms:modified>
</cp:coreProperties>
</file>